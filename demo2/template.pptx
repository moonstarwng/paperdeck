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82880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A1A1A"/>
                </a:solidFill>
                <a:latin typeface="Arial"/>
              </a:rPr>
              <a:t>Paper Title
Line Two
Line Three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931920"/>
            <a:ext cx="2743200" cy="365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8888"/>
                </a:solidFill>
                <a:latin typeface="Arial"/>
              </a:rPr>
              <a:t>Presenter: xxx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0" y="731520"/>
            <a:ext cx="914400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15600" y="914400"/>
            <a:ext cx="73152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0" y="1280160"/>
            <a:ext cx="457200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0" y="1463040"/>
            <a:ext cx="274320" cy="73152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889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Arial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365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63946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Arial"/>
              </a:rPr>
              <a:t>Research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331720"/>
            <a:ext cx="8229600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63946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834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Arial"/>
              </a:rPr>
              <a:t>Background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3337560"/>
            <a:ext cx="8229600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840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63946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Arial"/>
              </a:rPr>
              <a:t>Results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4343400"/>
            <a:ext cx="8229600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8463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63946"/>
                </a:solidFill>
                <a:latin typeface="Arial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Arial"/>
              </a:rPr>
              <a:t>Discussion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5349240"/>
            <a:ext cx="8229600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889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Research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291840"/>
            <a:ext cx="2743200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Background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291840"/>
            <a:ext cx="2743200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291840"/>
            <a:ext cx="2743200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291840"/>
            <a:ext cx="2743200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2 Section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01168"/>
            <a:ext cx="109728" cy="38404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40080"/>
            <a:ext cx="11247120" cy="2743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8888"/>
                </a:solidFill>
                <a:latin typeface="Arial"/>
              </a:rPr>
              <a:t>Left column: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Arial"/>
              </a:rPr>
              <a:t>Right column: bullet points
● Point 1
● Point 2
● Point 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88952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Arial"/>
              </a:rPr>
              <a:t>THANKS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749039"/>
            <a:ext cx="2743200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