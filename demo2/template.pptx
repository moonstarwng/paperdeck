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8288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A1A1A"/>
                </a:solidFill>
                <a:latin typeface="Arial"/>
              </a:rPr>
              <a:t>Paper Title
Line Two
Line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393192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8888"/>
                </a:solidFill>
                <a:latin typeface="Arial"/>
              </a:rPr>
              <a:t>Presenter: xxx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0" y="731520"/>
            <a:ext cx="914400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0" y="914400"/>
            <a:ext cx="73152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0" y="1280160"/>
            <a:ext cx="457200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0" y="1463040"/>
            <a:ext cx="274320" cy="7315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Arial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051560"/>
            <a:ext cx="22860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6394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Arial"/>
              </a:rPr>
              <a:t>Research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331720"/>
            <a:ext cx="8229600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6394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834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Arial"/>
              </a:rPr>
              <a:t>Background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3337560"/>
            <a:ext cx="8229600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63946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840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Arial"/>
              </a:rPr>
              <a:t>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4343400"/>
            <a:ext cx="8229600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8463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63946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846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Arial"/>
              </a:rPr>
              <a:t>Discussion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5349240"/>
            <a:ext cx="8229600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22860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Research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291840"/>
            <a:ext cx="2743200" cy="54864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22860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291840"/>
            <a:ext cx="2743200" cy="54864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22860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291840"/>
            <a:ext cx="2743200" cy="54864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22860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291840"/>
            <a:ext cx="2743200" cy="54864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2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Content area
3 bullet points per page
Images left, text right
16pt Arial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88952" cy="54864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Arial"/>
              </a:rPr>
              <a:t>THANKS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3749039"/>
            <a:ext cx="2743200" cy="54864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