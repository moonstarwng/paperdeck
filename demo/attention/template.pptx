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solidFill>
            <a:srgbClr val="22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>Paper Title Line 1
Paper Title Line 2
Paper Title Line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汇报人：xxx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7191"/>
                </a:solidFill>
                <a:latin typeface="Times New Roman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5A5A5"/>
                </a:solidFill>
                <a:latin typeface="Times New Roman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502920" cy="502920"/>
          </a:xfrm>
          <a:prstGeom prst="ellipse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01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01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Times New Roman"/>
              </a:rPr>
              <a:t>研究团队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834640"/>
            <a:ext cx="502920" cy="502920"/>
          </a:xfrm>
          <a:prstGeom prst="ellipse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07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07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Times New Roman"/>
              </a:rPr>
              <a:t>研究背景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840480"/>
            <a:ext cx="502920" cy="502920"/>
          </a:xfrm>
          <a:prstGeom prst="ellipse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13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Times New Roman"/>
              </a:rPr>
              <a:t>结论分析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846320"/>
            <a:ext cx="502920" cy="502920"/>
          </a:xfrm>
          <a:prstGeom prst="ellipse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919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Times New Roman"/>
              </a:rPr>
              <a:t>总结讨论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8686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solidFill>
            <a:srgbClr val="22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研究团队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solidFill>
            <a:srgbClr val="22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solidFill>
            <a:srgbClr val="22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结论分析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88952" cy="2286000"/>
          </a:xfrm>
          <a:prstGeom prst="rect">
            <a:avLst/>
          </a:prstGeom>
          <a:solidFill>
            <a:srgbClr val="22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总结讨论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191"/>
                </a:solidFill>
                <a:latin typeface="Times New Roman"/>
              </a:rPr>
              <a:t>2 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37160" cy="41148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21792"/>
            <a:ext cx="1106424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Times New Roman"/>
              </a:rPr>
              <a:t>内容正文区域
每页3行，每行独立文本框
左侧图片，右侧文字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8686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468880"/>
          </a:xfrm>
          <a:prstGeom prst="rect">
            <a:avLst/>
          </a:prstGeom>
          <a:solidFill>
            <a:srgbClr val="00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521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FFFFFF"/>
                </a:solidFill>
                <a:latin typeface="Times New Roman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384048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7191"/>
                </a:solidFill>
                <a:latin typeface="Times New Roman"/>
              </a:rPr>
              <a:t>敬请各位老师批评指正!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