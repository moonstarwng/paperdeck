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86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17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/>
              <a:t>论文标题</a:t>
            </a:r>
            <a:endParaRPr sz="3800" b="1"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45920" y="393192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Times New Roman"/>
              </a:rPr>
              <a:t>汇报人：</a:t>
            </a:r>
            <a:r>
              <a:rPr sz="2000" b="1">
                <a:latin typeface="微软雅黑"/>
              </a:rPr>
              <a:t>xxx</a:t>
            </a:r>
            <a:r>
              <a:rPr sz="1600">
                <a:latin typeface="Times New Roman"/>
              </a:rPr>
              <a:t>xxx</a:t>
            </a:r>
            <a:endParaRPr sz="1600"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515600" y="731520"/>
            <a:ext cx="91440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0" y="914400"/>
            <a:ext cx="73152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1280160"/>
            <a:ext cx="45720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1463040"/>
            <a:ext cx="274320" cy="7315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 panose="020B0604020202020204"/>
              </a:rPr>
              <a:t>CONTENTS</a:t>
            </a:r>
            <a:endParaRPr sz="3000" b="1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 panose="020B0604020202020204"/>
              </a:rPr>
              <a:t>01</a:t>
            </a:r>
            <a:endParaRPr sz="20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 panose="020B0604020202020204"/>
              </a:rPr>
              <a:t>章节名称</a:t>
            </a:r>
            <a:endParaRPr sz="2200" b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0" y="233172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831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 panose="020B0604020202020204"/>
              </a:rPr>
              <a:t/>
            </a:r>
            <a:endParaRPr sz="20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5831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 panose="020B0604020202020204"/>
              </a:rPr>
              <a:t/>
            </a:r>
            <a:endParaRPr sz="2200" b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384048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 panose="020B0604020202020204"/>
              </a:rPr>
              <a:t/>
            </a:r>
            <a:endParaRPr sz="20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 panose="020B0604020202020204"/>
              </a:rPr>
              <a:t/>
            </a:r>
            <a:endParaRPr sz="2200" b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86000" y="459486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919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 panose="020B0604020202020204"/>
              </a:rPr>
              <a:t/>
            </a:r>
            <a:endParaRPr sz="20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40919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 panose="020B0604020202020204"/>
              </a:rPr>
              <a:t/>
            </a:r>
            <a:endParaRPr sz="2200" b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0" y="534924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4"/>
          <p:cNvSpPr txBox="1"/>
          <p:nvPr/>
        </p:nvSpPr>
        <p:spPr>
          <a:xfrm>
            <a:off x="1371600" y="4846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Arial" panose="020B0604020202020204"/>
              </a:rPr>
              <a:t/>
            </a:r>
            <a:endParaRPr sz="20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20" name="TextBox 15"/>
          <p:cNvSpPr txBox="1"/>
          <p:nvPr/>
        </p:nvSpPr>
        <p:spPr>
          <a:xfrm>
            <a:off x="22860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rial" panose="020B0604020202020204"/>
              </a:rPr>
              <a:t/>
            </a:r>
            <a:endParaRPr sz="2200" b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21" name="Rectangle 7"/>
          <p:cNvSpPr/>
          <p:nvPr/>
        </p:nvSpPr>
        <p:spPr>
          <a:xfrm>
            <a:off x="2286000" y="3086100"/>
            <a:ext cx="822960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 panose="020B0604020202020204"/>
              </a:rPr>
              <a:t>01</a:t>
            </a:r>
            <a:endParaRPr sz="5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 panose="020B0604020202020204"/>
              </a:rPr>
              <a:t>章节标题</a:t>
            </a:r>
            <a:endParaRPr sz="4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"/>
            <a:ext cx="109728" cy="3840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124712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Arial" panose="020B0604020202020204"/>
              </a:rPr>
              <a:t>课题背景</a:t>
            </a:r>
            <a:endParaRPr sz="24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2286000"/>
          </a:xfrm>
          <a:prstGeom prst="round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303520" cy="45720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课题背景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课题背景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 | 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0" y="1005840"/>
            <a:ext cx="576072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5760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课题背景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课题背景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课题背景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课题背景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3566160"/>
            <a:ext cx="11430000" cy="2743200"/>
          </a:xfrm>
          <a:prstGeom prst="round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91"/>
                </a:solidFill>
                <a:latin typeface="Arial" panose="020B0604020202020204"/>
              </a:rPr>
              <a:t>课题背景</a:t>
            </a:r>
            <a:endParaRPr sz="1800" b="1">
              <a:solidFill>
                <a:srgbClr val="007191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191"/>
                </a:solidFill>
                <a:latin typeface="Arial" panose="020B0604020202020204"/>
              </a:rPr>
              <a:t>课题背景</a:t>
            </a:r>
            <a:endParaRPr sz="1600" b="1">
              <a:solidFill>
                <a:srgbClr val="007191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191"/>
                </a:solidFill>
                <a:latin typeface="Arial" panose="020B0604020202020204"/>
              </a:rPr>
              <a:t>课题背景</a:t>
            </a:r>
            <a:endParaRPr sz="1600" b="1">
              <a:solidFill>
                <a:srgbClr val="00719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"/>
            <a:ext cx="109728" cy="3840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124712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Arial" panose="020B0604020202020204"/>
              </a:rPr>
              <a:t>结果总结</a:t>
            </a:r>
            <a:endParaRPr sz="24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3611880" cy="3291840"/>
          </a:xfrm>
          <a:prstGeom prst="round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3611880" cy="50292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结果总结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结果总结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70248" y="1051560"/>
            <a:ext cx="3611880" cy="3291840"/>
          </a:xfrm>
          <a:prstGeom prst="round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051560"/>
            <a:ext cx="3611880" cy="50292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结果总结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98848" y="16916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结果总结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9015" y="1051560"/>
            <a:ext cx="3611880" cy="3291840"/>
          </a:xfrm>
          <a:prstGeom prst="round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5" y="1051560"/>
            <a:ext cx="3611880" cy="50292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5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结果总结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57615" y="16916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结果总结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1480" y="4617720"/>
            <a:ext cx="11338560" cy="1645920"/>
          </a:xfrm>
          <a:prstGeom prst="round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91"/>
                </a:solidFill>
                <a:latin typeface="Arial" panose="020B0604020202020204"/>
              </a:rPr>
              <a:t>结果总结</a:t>
            </a:r>
            <a:endParaRPr sz="1800" b="1">
              <a:solidFill>
                <a:srgbClr val="007191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333333"/>
                </a:solidFill>
                <a:latin typeface="Arial" panose="020B0604020202020204"/>
              </a:rPr>
              <a:t>结果总结</a:t>
            </a:r>
            <a:endParaRPr sz="1600">
              <a:solidFill>
                <a:srgbClr val="33333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"/>
            <a:ext cx="109728" cy="3840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124712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Arial" panose="020B0604020202020204"/>
              </a:rPr>
              <a:t>Transformer模型架构</a:t>
            </a:r>
            <a:endParaRPr sz="2400" b="1">
              <a:solidFill>
                <a:srgbClr val="E6394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A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029200" cy="575895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217920" y="2423160"/>
            <a:ext cx="164592" cy="1645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 panose="020B0604020202020204"/>
              </a:rPr>
              <a:t>编码器和解码器均由6层堆叠组成</a:t>
            </a:r>
            <a:endParaRPr sz="1600" b="0">
              <a:solidFill>
                <a:srgbClr val="888888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17920" y="3337560"/>
            <a:ext cx="164592" cy="1645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 panose="020B0604020202020204"/>
              </a:rPr>
              <a:t>每层包含多头自注意力和前馈网络</a:t>
            </a:r>
            <a:endParaRPr sz="1600" b="0">
              <a:solidFill>
                <a:srgbClr val="888888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217920" y="4251960"/>
            <a:ext cx="164592" cy="1645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Arial" panose="020B0604020202020204"/>
              </a:rPr>
              <a:t>残差连接和层归一化确保训练稳定</a:t>
            </a:r>
            <a:endParaRPr sz="1600" b="0">
              <a:solidFill>
                <a:srgbClr val="88888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 panose="020B0604020202020204"/>
              </a:rPr>
              <a:t>THANKS</a:t>
            </a:r>
            <a:endParaRPr sz="7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0" y="3749039"/>
            <a:ext cx="2743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 panose="020B0604020202020204"/>
              </a:rPr>
              <a:t>Thank You</a:t>
            </a:r>
            <a:endParaRPr sz="24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WPS 演示</Application>
  <PresentationFormat>On-screen Show (4:3)</PresentationFormat>
  <Paragraphs>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</vt:lpstr>
      <vt:lpstr>Times New Roman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王兆丞</cp:lastModifiedBy>
  <cp:revision>4</cp:revision>
  <dcterms:created xsi:type="dcterms:W3CDTF">2013-01-27T09:14:00Z</dcterms:created>
  <dcterms:modified xsi:type="dcterms:W3CDTF">2026-06-15T11:14:27Z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82F03817BFAC45A1B5D66373C84FD2F7_12</vt:lpwstr>
  </property>
  <property fmtid="{D5CDD505-2E9C-101B-9397-08002B2CF9AE}" pid="3" name="KSOProductBuildVer">
    <vt:lpwstr>2052-12.1.0.26895</vt:lpwstr>
  </property>
</Properties>
</file>