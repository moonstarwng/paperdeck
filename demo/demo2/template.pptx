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82880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/>
              <a:t>论文标题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0" y="3931920"/>
            <a:ext cx="2743200" cy="36576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4206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88888"/>
                </a:solidFill>
                <a:latin typeface="Arial"/>
              </a:rPr>
              <a:t>xxx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731520"/>
            <a:ext cx="914400" cy="7315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515600" y="914400"/>
            <a:ext cx="73152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0" y="1280160"/>
            <a:ext cx="457200" cy="7315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5600" y="1463040"/>
            <a:ext cx="274320" cy="7315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Arial"/>
              </a:rP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051560"/>
            <a:ext cx="2286000" cy="36576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63946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828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Arial"/>
              </a:rPr>
              <a:t>章节名称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2331720"/>
            <a:ext cx="8229600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83464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63946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834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Arial"/>
              </a:rPr>
              <a:t>章节名称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3337560"/>
            <a:ext cx="8229600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8404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63946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840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Arial"/>
              </a:rPr>
              <a:t>章节名称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4343400"/>
            <a:ext cx="8229600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84632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63946"/>
                </a:solidFill>
                <a:latin typeface="Arial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846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Arial"/>
              </a:rPr>
              <a:t>章节名称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0" y="5349240"/>
            <a:ext cx="8229600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228600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t>章节标题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3291840"/>
            <a:ext cx="2743200" cy="54864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Arial"/>
              </a:rPr>
              <a:t>THANKS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3749039"/>
            <a:ext cx="2743200" cy="54864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114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